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C43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50"/>
  </p:normalViewPr>
  <p:slideViewPr>
    <p:cSldViewPr snapToGrid="0" snapToObjects="1">
      <p:cViewPr>
        <p:scale>
          <a:sx n="78" d="100"/>
          <a:sy n="78" d="100"/>
        </p:scale>
        <p:origin x="65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E47A-442F-F544-8FAE-A829E91D7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88B1F-EB93-8340-80DC-4903765AB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B83E4-9218-1D49-A7BD-0C8EA26B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5D651-1BA4-4E42-B51A-EB3BF088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E69F-5F45-0847-84B3-390AC0CE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952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2106-7486-0F48-BF94-9C7A9EA9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90A9-BA94-6648-9AC4-4DC787C0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88648-0B4F-DA44-9994-D0DABEB9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9F41-E009-8A44-82D6-CDCB9212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EEAA-239E-8644-A8AE-A96EDA73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899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1F9D-C180-864D-8D50-11CD7234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B39CC-A5B5-E94D-BCA5-42560506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28121-8E67-1243-8E56-00649FDB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526DE-180E-F041-B239-078F8736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0C42-0E0E-6B47-A0C2-03BE4FB9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273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E02C-90D0-4D45-B077-904D1161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8E32-E5D6-E146-A5C2-F392D216D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78076-77B5-F949-A62D-1CD191E53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D59E1-39A1-274A-935B-41C81E7B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594E5-3B92-794F-A4C2-06BE451B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204A-16F7-B448-B59F-752C6FD1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599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AF76-AFBE-4049-946E-4BF42274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1FBE1-ECE0-A24A-8599-A8DFA754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CC62-BB21-5444-9E22-81FCAC8E5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E4B19-3548-5047-8A13-05643D749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04111-EE13-1B44-A084-C30D1D812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C0C40-C42A-D84B-9C1E-52E6A9AC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4243D-338E-F244-8E8F-32940DCC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2F2EF-CACB-4F49-8E41-5A3CECE1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761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F8FC-2441-6A40-B057-1473C39A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C9D42-9D09-CE46-8459-2A73C6EB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197E2-0A74-F748-B6AF-539F45B3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C25-21CA-C247-8C62-7B9D4F98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473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A0016-AFDD-AF4B-A63C-4FAA5DC5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B1B1A-7FF3-1442-B12E-FBA4FD2A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6E4C4-270B-0E44-ADCA-21E01EFC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851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2066-DF71-4B48-A40A-FFC327E6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9FD0D-2F5B-254D-97E1-58F508DA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3E79A-D634-F840-8FE3-C7656B19C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0ADFE-5F7A-C54F-8C32-83DD3AA9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7F8D2-683C-9148-BC9A-2561BCD7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F1AB6-91D9-E441-BA21-0E07D66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395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9B73-B51F-5245-904B-92D0632D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19850-FCBD-C849-B931-D0427C34D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95735-E741-3A47-AD49-309D16101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0DAB-9A2F-C248-BE90-8A1A6020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9077F-48D4-4840-AF91-54603836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692CB-1ECA-8B42-8CE8-ED4AEF09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394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E33C-5830-E649-A18B-5DF6E1E2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B530-88D3-154E-9617-BF57DCD2F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D5C00-7960-B34B-838E-EB4DA2BE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EF313-1E94-5745-96CE-BA09E73A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F924D-FC5E-EF49-92DF-48448A57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688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08416-B575-B545-BCB5-1101BE7AD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C3D82-BAE7-3A49-9D59-B5F68C7D8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8FF86-0E13-F243-8D18-94F603AF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CA831-307C-E146-AD3F-6D2F523E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80ED2-3E05-7D40-B13D-7941DF68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353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5F33A-8D35-0A43-9B78-07CF04F2F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A0542-4916-3141-93E9-EA2DDC65C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96C-B70B-ED43-ABC6-7306A1230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6F287-8EDA-D643-8E44-F2FA3F508243}" type="datetimeFigureOut">
              <a:rPr lang="en-CN" smtClean="0"/>
              <a:t>2020/6/22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50529-EBB2-AD45-9765-40360876C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783A-0339-B446-8785-B6A70C4FF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E9932-7E89-B646-BDAE-0EBE6103B78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623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E19F-6101-2F4C-9938-7423C8926E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E91CA-5D3C-E746-B9D2-244E1B9284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196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treet, city, circuit, man&#10;&#10;Description automatically generated">
            <a:extLst>
              <a:ext uri="{FF2B5EF4-FFF2-40B4-BE49-F238E27FC236}">
                <a16:creationId xmlns:a16="http://schemas.microsoft.com/office/drawing/2014/main" id="{67422840-124F-4044-8B6A-A3A6D1D7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66"/>
            <a:ext cx="12192000" cy="66886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E850A0-E431-244A-B50E-A849CCB34D83}"/>
              </a:ext>
            </a:extLst>
          </p:cNvPr>
          <p:cNvSpPr txBox="1"/>
          <p:nvPr/>
        </p:nvSpPr>
        <p:spPr>
          <a:xfrm>
            <a:off x="4268448" y="6545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北</a:t>
            </a:r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3120A0CB-5D38-8D48-894A-553D82C17AFD}"/>
              </a:ext>
            </a:extLst>
          </p:cNvPr>
          <p:cNvSpPr/>
          <p:nvPr/>
        </p:nvSpPr>
        <p:spPr>
          <a:xfrm>
            <a:off x="4657785" y="269697"/>
            <a:ext cx="184595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B2EEC-E12C-A64D-A2B7-4617B97AF5C5}"/>
              </a:ext>
            </a:extLst>
          </p:cNvPr>
          <p:cNvSpPr txBox="1"/>
          <p:nvPr/>
        </p:nvSpPr>
        <p:spPr>
          <a:xfrm rot="18010373">
            <a:off x="5016793" y="404883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李家湾马路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DBE3BB-736C-C640-A580-F3F42C548156}"/>
              </a:ext>
            </a:extLst>
          </p:cNvPr>
          <p:cNvSpPr/>
          <p:nvPr/>
        </p:nvSpPr>
        <p:spPr>
          <a:xfrm rot="1838996">
            <a:off x="8590463" y="2123108"/>
            <a:ext cx="338863" cy="228395"/>
          </a:xfrm>
          <a:prstGeom prst="roundRect">
            <a:avLst/>
          </a:prstGeom>
          <a:solidFill>
            <a:srgbClr val="FF0000">
              <a:alpha val="6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45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street&#10;&#10;Description automatically generated">
            <a:extLst>
              <a:ext uri="{FF2B5EF4-FFF2-40B4-BE49-F238E27FC236}">
                <a16:creationId xmlns:a16="http://schemas.microsoft.com/office/drawing/2014/main" id="{2C2138E9-B6FA-CF4F-8F0E-C5D8DCCF1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594" y="0"/>
            <a:ext cx="9821332" cy="6858000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02EEE4-C977-C54B-ABC4-AAEA600F67CE}"/>
              </a:ext>
            </a:extLst>
          </p:cNvPr>
          <p:cNvSpPr/>
          <p:nvPr/>
        </p:nvSpPr>
        <p:spPr>
          <a:xfrm rot="1838996">
            <a:off x="3630748" y="2032022"/>
            <a:ext cx="2285409" cy="284922"/>
          </a:xfrm>
          <a:prstGeom prst="roundRect">
            <a:avLst/>
          </a:prstGeom>
          <a:solidFill>
            <a:srgbClr val="AAC436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85FF55-E9C3-3D4B-BAD2-A13365EED757}"/>
              </a:ext>
            </a:extLst>
          </p:cNvPr>
          <p:cNvSpPr/>
          <p:nvPr/>
        </p:nvSpPr>
        <p:spPr>
          <a:xfrm rot="1838996">
            <a:off x="5425446" y="2935836"/>
            <a:ext cx="1737809" cy="1209026"/>
          </a:xfrm>
          <a:prstGeom prst="roundRect">
            <a:avLst/>
          </a:prstGeom>
          <a:solidFill>
            <a:srgbClr val="AAC436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0A168-5A5B-044F-A7A8-B2EBA67C8079}"/>
              </a:ext>
            </a:extLst>
          </p:cNvPr>
          <p:cNvSpPr txBox="1"/>
          <p:nvPr/>
        </p:nvSpPr>
        <p:spPr>
          <a:xfrm>
            <a:off x="7345280" y="16430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北</a:t>
            </a:r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F54DF237-144F-4846-8F90-67965826BD7A}"/>
              </a:ext>
            </a:extLst>
          </p:cNvPr>
          <p:cNvSpPr/>
          <p:nvPr/>
        </p:nvSpPr>
        <p:spPr>
          <a:xfrm>
            <a:off x="7734617" y="1258237"/>
            <a:ext cx="184595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779D02-F082-7349-8FE1-45A40FF887D3}"/>
              </a:ext>
            </a:extLst>
          </p:cNvPr>
          <p:cNvSpPr/>
          <p:nvPr/>
        </p:nvSpPr>
        <p:spPr>
          <a:xfrm rot="1838996">
            <a:off x="5937695" y="3246066"/>
            <a:ext cx="1078376" cy="945581"/>
          </a:xfrm>
          <a:prstGeom prst="roundRect">
            <a:avLst/>
          </a:prstGeom>
          <a:solidFill>
            <a:srgbClr val="FF00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73D71C-CA64-7F43-9EF3-0DE2F4499169}"/>
              </a:ext>
            </a:extLst>
          </p:cNvPr>
          <p:cNvCxnSpPr/>
          <p:nvPr/>
        </p:nvCxnSpPr>
        <p:spPr>
          <a:xfrm>
            <a:off x="4241993" y="881743"/>
            <a:ext cx="1971675" cy="11134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CA6D8-67AC-BE49-904E-55F1169E87CB}"/>
              </a:ext>
            </a:extLst>
          </p:cNvPr>
          <p:cNvCxnSpPr>
            <a:cxnSpLocks/>
          </p:cNvCxnSpPr>
          <p:nvPr/>
        </p:nvCxnSpPr>
        <p:spPr>
          <a:xfrm>
            <a:off x="6213668" y="2012394"/>
            <a:ext cx="1466850" cy="8392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0C4B75-89BE-B241-8E45-C7E62CB1C9AB}"/>
              </a:ext>
            </a:extLst>
          </p:cNvPr>
          <p:cNvCxnSpPr>
            <a:cxnSpLocks/>
          </p:cNvCxnSpPr>
          <p:nvPr/>
        </p:nvCxnSpPr>
        <p:spPr>
          <a:xfrm>
            <a:off x="6501574" y="2594490"/>
            <a:ext cx="843706" cy="5201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313EB8-BDC9-6043-B73A-773D2EE7172B}"/>
              </a:ext>
            </a:extLst>
          </p:cNvPr>
          <p:cNvCxnSpPr>
            <a:cxnSpLocks/>
          </p:cNvCxnSpPr>
          <p:nvPr/>
        </p:nvCxnSpPr>
        <p:spPr>
          <a:xfrm flipH="1">
            <a:off x="7109220" y="3740793"/>
            <a:ext cx="459601" cy="7797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4F193F-288C-BC49-A5D3-5C0FE02CCBC0}"/>
              </a:ext>
            </a:extLst>
          </p:cNvPr>
          <p:cNvCxnSpPr>
            <a:cxnSpLocks/>
          </p:cNvCxnSpPr>
          <p:nvPr/>
        </p:nvCxnSpPr>
        <p:spPr>
          <a:xfrm flipH="1">
            <a:off x="7181770" y="3655456"/>
            <a:ext cx="645495" cy="10537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D4500F-F025-124B-A0EC-2ADAA608040E}"/>
              </a:ext>
            </a:extLst>
          </p:cNvPr>
          <p:cNvSpPr txBox="1"/>
          <p:nvPr/>
        </p:nvSpPr>
        <p:spPr>
          <a:xfrm rot="18010373">
            <a:off x="7341678" y="4136828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1500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52D7A-2A4F-6747-B0FB-414031B2E280}"/>
              </a:ext>
            </a:extLst>
          </p:cNvPr>
          <p:cNvSpPr txBox="1"/>
          <p:nvPr/>
        </p:nvSpPr>
        <p:spPr>
          <a:xfrm rot="1649679">
            <a:off x="5003182" y="1225673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2800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B3C9F5-B788-CF4A-845E-4B14D5AEAD27}"/>
              </a:ext>
            </a:extLst>
          </p:cNvPr>
          <p:cNvSpPr txBox="1"/>
          <p:nvPr/>
        </p:nvSpPr>
        <p:spPr>
          <a:xfrm rot="1649679">
            <a:off x="6684738" y="2142775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2000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8BD819-50A4-8A4B-AD5A-C8F8F6195BE2}"/>
              </a:ext>
            </a:extLst>
          </p:cNvPr>
          <p:cNvSpPr txBox="1"/>
          <p:nvPr/>
        </p:nvSpPr>
        <p:spPr>
          <a:xfrm rot="1649679">
            <a:off x="6678712" y="2602691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1300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B5173C-8665-7346-928B-3B7229A46D03}"/>
              </a:ext>
            </a:extLst>
          </p:cNvPr>
          <p:cNvSpPr txBox="1"/>
          <p:nvPr/>
        </p:nvSpPr>
        <p:spPr>
          <a:xfrm rot="18010373">
            <a:off x="6993765" y="3902057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1200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B44C6E-7C16-3E42-8315-10302CBA38A5}"/>
              </a:ext>
            </a:extLst>
          </p:cNvPr>
          <p:cNvSpPr txBox="1"/>
          <p:nvPr/>
        </p:nvSpPr>
        <p:spPr>
          <a:xfrm rot="18010373">
            <a:off x="1729897" y="335685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李家湾马路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8DC7F1-649B-B042-8B53-A64EAA9DE0DF}"/>
              </a:ext>
            </a:extLst>
          </p:cNvPr>
          <p:cNvSpPr txBox="1"/>
          <p:nvPr/>
        </p:nvSpPr>
        <p:spPr>
          <a:xfrm rot="1649679">
            <a:off x="1680944" y="6085997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1814</a:t>
            </a:r>
            <a:endParaRPr lang="en-CN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Left-Right Arrow 40">
            <a:extLst>
              <a:ext uri="{FF2B5EF4-FFF2-40B4-BE49-F238E27FC236}">
                <a16:creationId xmlns:a16="http://schemas.microsoft.com/office/drawing/2014/main" id="{1E31F0F5-61E3-504A-AD7E-F936B5705DDC}"/>
              </a:ext>
            </a:extLst>
          </p:cNvPr>
          <p:cNvSpPr/>
          <p:nvPr/>
        </p:nvSpPr>
        <p:spPr>
          <a:xfrm rot="1806182">
            <a:off x="1413459" y="5926779"/>
            <a:ext cx="1285103" cy="25605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49585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12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ZengWeilei</dc:creator>
  <cp:lastModifiedBy>ZengWeilei</cp:lastModifiedBy>
  <cp:revision>6</cp:revision>
  <dcterms:created xsi:type="dcterms:W3CDTF">2020-06-22T19:51:34Z</dcterms:created>
  <dcterms:modified xsi:type="dcterms:W3CDTF">2020-06-22T21:38:34Z</dcterms:modified>
</cp:coreProperties>
</file>